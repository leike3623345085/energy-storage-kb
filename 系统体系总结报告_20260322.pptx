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0C0"/>
                </a:solidFill>
              </a:defRPr>
            </a:pPr>
            <a:r>
              <a:t>系统体系总结报告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储能行业监控系统 v2.1</a:t>
            </a:r>
            <a:br/>
            <a:r>
              <a:t>报告时间：2026年3月22日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一、系统架构总览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三层架构：认知层 → 执行层 → 存储层</a:t>
            </a:r>
          </a:p>
          <a:p>
            <a:pPr>
              <a:spcAft>
                <a:spcPts val="1200"/>
              </a:spcAft>
              <a:defRPr sz="2000"/>
            </a:pPr>
            <a:r>
              <a:t>• 认知层（记忆系统）：六大控制面板框架，刚完成重构</a:t>
            </a:r>
          </a:p>
          <a:p>
            <a:pPr>
              <a:spcAft>
                <a:spcPts val="1200"/>
              </a:spcAft>
              <a:defRPr sz="2000"/>
            </a:pPr>
            <a:r>
              <a:t>• 执行层（Harness架构）：人类掌舵，智能体执行</a:t>
            </a:r>
          </a:p>
          <a:p>
            <a:pPr>
              <a:spcAft>
                <a:spcPts val="1200"/>
              </a:spcAft>
              <a:defRPr sz="2000"/>
            </a:pPr>
            <a:r>
              <a:t>• 存储层（多平台备份）：GitHub + 飞书 + IMA 三重备份</a:t>
            </a:r>
          </a:p>
          <a:p>
            <a:pPr>
              <a:spcAft>
                <a:spcPts val="1200"/>
              </a:spcAft>
              <a:defRPr sz="2000"/>
            </a:pPr>
            <a:r>
              <a:t>• 自愈监控系统：闭环修复，规则学习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二、记忆系统 v2.0 - 六大控制面板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职责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类比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SOUL.md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人格、风格、原则、边界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性格DNA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USER.md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用户长期目标、沟通偏好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用户画像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MEMORY.md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跨项目通用规则、决策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长期记忆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Daily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当日事件、决定、待办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日记本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TOOLS.md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执行硬规则、环境配置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工具箱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AGENTS.md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治理制度、风险策略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操作手册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三、Harness Engineering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"人类掌舵，智能体执行" —— OpenAI 2026年2月提出的新范式</a:t>
            </a:r>
          </a:p>
          <a:p>
            <a:pPr>
              <a:spcAft>
                <a:spcPts val="1000"/>
              </a:spcAft>
              <a:defRPr sz="1800"/>
            </a:pPr>
            <a:r>
              <a:t>• Guardrails（护栏）：硬性约束，飞行前检查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Feedback Loop（反馈循环）：错误分类→自动修复→规则学习</a:t>
            </a:r>
          </a:p>
          <a:p>
            <a:pPr>
              <a:spcAft>
                <a:spcPts val="1000"/>
              </a:spcAft>
              <a:defRPr sz="1800"/>
            </a:pPr>
            <a:r>
              <a:t>• Progressive Disclosure（渐进式披露）：分层加载上下文</a:t>
            </a:r>
          </a:p>
          <a:p>
            <a:pPr>
              <a:spcAft>
                <a:spcPts val="1000"/>
              </a:spcAft>
              <a:defRPr sz="1800"/>
            </a:pPr>
            <a:r>
              <a:t>• Agent Runner（执行器）：总控协调，标准化入口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四、研报分析框架（Skill）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MECE分析法：热点分类，确保不重叠不遗漏</a:t>
            </a:r>
          </a:p>
          <a:p>
            <a:pPr>
              <a:spcAft>
                <a:spcPts val="1200"/>
              </a:spcAft>
              <a:defRPr sz="2000"/>
            </a:pPr>
            <a:r>
              <a:t>• SWOT分析：快速生成行业态势速览</a:t>
            </a:r>
          </a:p>
          <a:p>
            <a:pPr>
              <a:spcAft>
                <a:spcPts val="1200"/>
              </a:spcAft>
              <a:defRPr sz="2000"/>
            </a:pPr>
            <a:r>
              <a:t>• 产业链分析：上游→中游→下游动态追踪</a:t>
            </a:r>
          </a:p>
          <a:p>
            <a:pPr>
              <a:spcAft>
                <a:spcPts val="1200"/>
              </a:spcAft>
              <a:defRPr sz="2000"/>
            </a:pPr>
            <a:r>
              <a:t>• 影响评估矩阵：事件优先级排序</a:t>
            </a:r>
          </a:p>
          <a:p>
            <a:pPr>
              <a:spcAft>
                <a:spcPts val="1200"/>
              </a:spcAft>
              <a:defRPr sz="2000"/>
            </a:pPr>
            <a:r>
              <a:t>• 当前已适配：储能行业，可扩展至其他行业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五、储能监控系统 - 监控覆盖领域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718457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领域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关键技术/方向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储能系统集成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压缩空气、飞轮、储热、氢能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电池多元化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锂电、钠电、液流、固态电池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PCS与电力电子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储能变流器、构网型储能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消防与安全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pack级消防、热失控防控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智能运维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BMS/EMS、数字孪生、云平台</a:t>
                      </a:r>
                    </a:p>
                  </a:txBody>
                  <a:tcPr/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虚拟电厂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VPP聚合、V2G、微电网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六、数据流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4网站爬虫（每4小时）→ 中国储能网、北极星、OFweek、高工储能</a:t>
            </a:r>
          </a:p>
          <a:p>
            <a:pPr>
              <a:spcAft>
                <a:spcPts val="1200"/>
              </a:spcAft>
              <a:defRPr sz="2000"/>
            </a:pPr>
            <a:r>
              <a:t>• 搜索监控（每天6次）→ 00:00/04:00/08:00/12:00/16:00/20:00</a:t>
            </a:r>
          </a:p>
          <a:p>
            <a:pPr>
              <a:spcAft>
                <a:spcPts val="1200"/>
              </a:spcAft>
              <a:defRPr sz="2000"/>
            </a:pPr>
            <a:r>
              <a:t>• 股票行情（交易日9:00/15:00）→ 实时技术指标</a:t>
            </a:r>
          </a:p>
          <a:p>
            <a:pPr>
              <a:spcAft>
                <a:spcPts val="1200"/>
              </a:spcAft>
              <a:defRPr sz="2000"/>
            </a:pPr>
            <a:r>
              <a:t>• 报告生成（每日18:00）→ 日报 + 深度分析</a:t>
            </a:r>
          </a:p>
          <a:p>
            <a:pPr>
              <a:spcAft>
                <a:spcPts val="1200"/>
              </a:spcAft>
              <a:defRPr sz="2000"/>
            </a:pPr>
            <a:r>
              <a:t>• 多平台同步 → GitHub本地、飞书Bitable、IMA笔记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七、自愈监控系统成效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累计检测问题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50+ 次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自动修复成功率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平均修复时间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&lt; 30秒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规则学习条目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10+ 条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运行机制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检测→分类→修复→验证→记录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八、定时任务体系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588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任务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频率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网站爬虫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每4小时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 ok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资讯搜索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每天6次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 ok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系统巡检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每2小时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 ok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日报生成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每天18:05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 ok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深度分析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每天18:10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 ok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飞书同步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每分钟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✅ running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知识库索引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每天18:25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⚠️ error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IMA同步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每2分钟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⚠️ error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九、系统演进路线图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38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2026-03-03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系统初始化：爬虫 + 邮件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2026-03-11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自愈系统部署，执行准则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2026-03-21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Harness架构，多平台同步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2026-03-22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记忆重构，研报框架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规划中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模式识别、预测性修复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十、核心设计原则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• 人类掌舵，智能体执行 —— Harness Engineering 核心</a:t>
            </a:r>
          </a:p>
          <a:p>
            <a:pPr>
              <a:spcAft>
                <a:spcPts val="1200"/>
              </a:spcAft>
              <a:defRPr sz="2000"/>
            </a:pPr>
            <a:r>
              <a:t>• 遇到问题直接执行，事后通报 —— 执行准则</a:t>
            </a:r>
          </a:p>
          <a:p>
            <a:pPr>
              <a:spcAft>
                <a:spcPts val="1200"/>
              </a:spcAft>
              <a:defRPr sz="2000"/>
            </a:pPr>
            <a:r>
              <a:t>• 分层记忆，结构化存储 —— 记忆系统 v2.0</a:t>
            </a:r>
          </a:p>
          <a:p>
            <a:pPr>
              <a:spcAft>
                <a:spcPts val="1200"/>
              </a:spcAft>
              <a:defRPr sz="2000"/>
            </a:pPr>
            <a:r>
              <a:t>• 自愈优先，预防为主 —— 系统稳定性</a:t>
            </a:r>
          </a:p>
          <a:p>
            <a:pPr>
              <a:spcAft>
                <a:spcPts val="1200"/>
              </a:spcAft>
              <a:defRPr sz="2000"/>
            </a:pPr>
            <a:r>
              <a:t>• 所有工作流复用 Harness 架构 —— 标准化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70C0"/>
                </a:solidFill>
              </a:defRPr>
            </a:pPr>
            <a: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每一层都可以独立迭代，但又相互关联形成闭环</a:t>
            </a:r>
            <a:br/>
            <a:br/>
            <a:r>
              <a:t>储能行业监控系统 v2.1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